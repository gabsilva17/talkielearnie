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1047" y="-685800"/>
            <a:ext cx="8229600" cy="8229600"/>
          </a:xfrm>
          <a:prstGeom prst="ellipse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69767" y="502920"/>
            <a:ext cx="5852160" cy="585216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75607" y="1508760"/>
            <a:ext cx="3840480" cy="3840480"/>
          </a:xfrm>
          <a:prstGeom prst="ellipse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7" y="233172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181447" y="2514600"/>
            <a:ext cx="1828800" cy="18288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7023" y="3328416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4416" y="4478971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48608" y="5401645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5335" y="5913690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05191" y="5913690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41918" y="5401645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06110" y="4478971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43503" y="3328416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06110" y="2177861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1918" y="1255187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05191" y="743142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5335" y="743142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48608" y="1255187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84416" y="2177861"/>
            <a:ext cx="201168" cy="20116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62148" y="3739271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63915" y="4873681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29726" y="5860411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21661" y="6602871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8607" y="7028385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57560" y="7095301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23150" y="6797068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36420" y="6162879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93960" y="5254814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68446" y="4161760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01530" y="2990713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9763" y="1856303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33952" y="869573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42017" y="127113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35071" y="-298401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6118" y="-365317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0528" y="-67084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27258" y="567105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69718" y="1475170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95232" y="2568224"/>
            <a:ext cx="128016" cy="128016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2377440" cy="8229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920240"/>
            <a:ext cx="2834640" cy="914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3017520"/>
            <a:ext cx="2651760" cy="8229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3383280"/>
            <a:ext cx="3108960" cy="10058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2377440"/>
            <a:ext cx="3291840" cy="100584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3749039"/>
            <a:ext cx="2743200" cy="9144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4754880"/>
            <a:ext cx="2560320" cy="86868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4937760"/>
            <a:ext cx="2926080" cy="9144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5394960"/>
            <a:ext cx="2743200" cy="914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169767" y="502920"/>
            <a:ext cx="5852160" cy="5852160"/>
          </a:xfrm>
          <a:prstGeom prst="ellipse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92727" y="1325880"/>
            <a:ext cx="4206240" cy="420624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40770" y="1143000"/>
            <a:ext cx="2110153" cy="45720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13922" y="1216152"/>
            <a:ext cx="1963849" cy="44256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58222" y="1252728"/>
            <a:ext cx="675248" cy="16459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6" y="26974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0" y="4297680"/>
            <a:ext cx="731520" cy="822960"/>
          </a:xfrm>
          <a:prstGeom prst="roundRect">
            <a:avLst>
              <a:gd name="adj" fmla="val 1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69080" y="3657600"/>
            <a:ext cx="731520" cy="1463040"/>
          </a:xfrm>
          <a:prstGeom prst="roundRect">
            <a:avLst>
              <a:gd name="adj" fmla="val 18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0" y="3017520"/>
            <a:ext cx="731520" cy="2103120"/>
          </a:xfrm>
          <a:prstGeom prst="roundRect">
            <a:avLst>
              <a:gd name="adj" fmla="val 18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5080" y="2377440"/>
            <a:ext cx="731520" cy="2743200"/>
          </a:xfrm>
          <a:prstGeom prst="roundRect">
            <a:avLst>
              <a:gd name="adj" fmla="val 18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0" y="1737360"/>
            <a:ext cx="731520" cy="3383280"/>
          </a:xfrm>
          <a:prstGeom prst="roundRect">
            <a:avLst>
              <a:gd name="adj" fmla="val 1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41080" y="1097280"/>
            <a:ext cx="731520" cy="4023360"/>
          </a:xfrm>
          <a:prstGeom prst="roundRect">
            <a:avLst>
              <a:gd name="adj" fmla="val 1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80" y="457200"/>
            <a:ext cx="731520" cy="4663440"/>
          </a:xfrm>
          <a:prstGeom prst="roundRect">
            <a:avLst>
              <a:gd name="adj" fmla="val 18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5120640"/>
            <a:ext cx="73152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p Arrow 9"/>
          <p:cNvSpPr/>
          <p:nvPr/>
        </p:nvSpPr>
        <p:spPr>
          <a:xfrm>
            <a:off x="10424160" y="914400"/>
            <a:ext cx="822960" cy="2194560"/>
          </a:xfrm>
          <a:prstGeom prst="up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0284C7"/>
                </a:solidFill>
                <a:latin typeface="Nunito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0F172A"/>
                </a:solidFill>
                <a:latin typeface="Nunito"/>
              </a:rPr>
              <a:t>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284C7"/>
                </a:solidFill>
                <a:latin typeface="Nunit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172A"/>
                </a:solidFill>
                <a:latin typeface="Nunito"/>
              </a:rPr>
              <a:t>Define o objetivo.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548640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75966" y="777240"/>
            <a:ext cx="2447778" cy="53035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49118" y="850392"/>
            <a:ext cx="2301474" cy="5157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8211" y="886968"/>
            <a:ext cx="783288" cy="16459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9118" y="1261872"/>
            <a:ext cx="23014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200">
                <a:solidFill>
                  <a:srgbClr val="0284C7"/>
                </a:solidFill>
                <a:latin typeface="Nunito"/>
              </a:rPr>
              <a:t>Passo 1 de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7718" y="1563624"/>
            <a:ext cx="1844274" cy="7315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77718" y="1563624"/>
            <a:ext cx="461068" cy="7315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7718" y="1856232"/>
            <a:ext cx="184427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Nunito"/>
              </a:rPr>
              <a:t>Para que te queres preparar?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7718" y="2496312"/>
            <a:ext cx="1844274" cy="12801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4878" y="2633472"/>
            <a:ext cx="15699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unito"/>
              </a:rPr>
              <a:t>Entrevista para Tech Lead</a:t>
            </a:r>
          </a:p>
        </p:txBody>
      </p:sp>
      <p:sp>
        <p:nvSpPr>
          <p:cNvPr id="14" name="Oval 13"/>
          <p:cNvSpPr/>
          <p:nvPr/>
        </p:nvSpPr>
        <p:spPr>
          <a:xfrm>
            <a:off x="9410512" y="3319272"/>
            <a:ext cx="274320" cy="2743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77718" y="5138928"/>
            <a:ext cx="1844274" cy="502920"/>
          </a:xfrm>
          <a:prstGeom prst="roundRect">
            <a:avLst>
              <a:gd name="adj" fmla="val 4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9118" y="5221224"/>
            <a:ext cx="23014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400">
                <a:solidFill>
                  <a:srgbClr val="FFFFFF"/>
                </a:solidFill>
                <a:latin typeface="Nunito"/>
              </a:rPr>
              <a:t>CONTINUAR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284C7"/>
                </a:solidFill>
                <a:latin typeface="Nunit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172A"/>
                </a:solidFill>
                <a:latin typeface="Nunito"/>
              </a:rPr>
              <a:t>Recebe um plano.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548640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75966" y="777240"/>
            <a:ext cx="2447778" cy="53035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49118" y="850392"/>
            <a:ext cx="2301474" cy="5157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8211" y="886968"/>
            <a:ext cx="783288" cy="16459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9118" y="1261872"/>
            <a:ext cx="23014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300">
                <a:solidFill>
                  <a:srgbClr val="0284C7"/>
                </a:solidFill>
                <a:latin typeface="Nunito"/>
              </a:rPr>
              <a:t>Plano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7718" y="1563624"/>
            <a:ext cx="18442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unito"/>
              </a:rPr>
              <a:t>Entrevista Tech Lead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7718" y="2084832"/>
            <a:ext cx="1844274" cy="640080"/>
          </a:xfrm>
          <a:prstGeom prst="roundRect">
            <a:avLst>
              <a:gd name="adj" fmla="val 18000"/>
            </a:avLst>
          </a:prstGeom>
          <a:solidFill>
            <a:srgbClr val="F0F9FF"/>
          </a:solidFill>
          <a:ln w="635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60598" y="2286000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6358" y="2267712"/>
            <a:ext cx="13870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Nunito"/>
              </a:rPr>
              <a:t>Dia 1 · Apresentação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7718" y="2834640"/>
            <a:ext cx="1844274" cy="640080"/>
          </a:xfrm>
          <a:prstGeom prst="roundRect">
            <a:avLst>
              <a:gd name="adj" fmla="val 18000"/>
            </a:avLst>
          </a:prstGeom>
          <a:solidFill>
            <a:srgbClr val="F0F9FF"/>
          </a:solidFill>
          <a:ln w="635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60598" y="3035808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6358" y="3017520"/>
            <a:ext cx="13870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Nunito"/>
              </a:rPr>
              <a:t>Dia 2 · Casos técnicos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7718" y="3584448"/>
            <a:ext cx="1844274" cy="640080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60598" y="3785616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6358" y="3767328"/>
            <a:ext cx="13870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Nunito"/>
              </a:rPr>
              <a:t>Dia 3 · Liderança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7718" y="4334256"/>
            <a:ext cx="1844274" cy="640080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60598" y="453542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6358" y="4517136"/>
            <a:ext cx="13870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Nunito"/>
              </a:rPr>
              <a:t>Dia 4 · Tradeoffs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7718" y="5084064"/>
            <a:ext cx="1844274" cy="640080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60598" y="528523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6358" y="5266944"/>
            <a:ext cx="13870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Nunito"/>
              </a:rPr>
              <a:t>Dia 5 · Q&amp;A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284C7"/>
                </a:solidFill>
                <a:latin typeface="Nunit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172A"/>
                </a:solidFill>
                <a:latin typeface="Nunito"/>
              </a:rPr>
              <a:t>Treina a voz.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548640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75966" y="777240"/>
            <a:ext cx="2447778" cy="53035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49118" y="850392"/>
            <a:ext cx="2301474" cy="5157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8211" y="886968"/>
            <a:ext cx="783288" cy="16459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9118" y="1261872"/>
            <a:ext cx="23014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300">
                <a:solidFill>
                  <a:srgbClr val="0284C7"/>
                </a:solidFill>
                <a:latin typeface="Nunito"/>
              </a:rPr>
              <a:t>A gravar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7718" y="1627632"/>
            <a:ext cx="1844274" cy="118872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0598" y="1746504"/>
            <a:ext cx="147851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unito"/>
              </a:rPr>
              <a:t>Como lideraste uma equipa em momento de pressão?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11135" y="3467862"/>
            <a:ext cx="73152" cy="2514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20863" y="3224870"/>
            <a:ext cx="73152" cy="73744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30591" y="3096161"/>
            <a:ext cx="73152" cy="994863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0319" y="3142269"/>
            <a:ext cx="73152" cy="902647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50047" y="3341508"/>
            <a:ext cx="73152" cy="50416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9775" y="3335551"/>
            <a:ext cx="73152" cy="516083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9503" y="3139113"/>
            <a:ext cx="73152" cy="908959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79231" y="3097291"/>
            <a:ext cx="73152" cy="99260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88959" y="3229755"/>
            <a:ext cx="73152" cy="72767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98687" y="3461520"/>
            <a:ext cx="73152" cy="26414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08415" y="3220054"/>
            <a:ext cx="73152" cy="747077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18143" y="3095135"/>
            <a:ext cx="73152" cy="99691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27871" y="3145516"/>
            <a:ext cx="73152" cy="89615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37599" y="3347502"/>
            <a:ext cx="73152" cy="492181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47327" y="3329630"/>
            <a:ext cx="73152" cy="5279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57055" y="3136050"/>
            <a:ext cx="73152" cy="9150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66783" y="3098526"/>
            <a:ext cx="73152" cy="9901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76511" y="3234707"/>
            <a:ext cx="73152" cy="71777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86239" y="3455180"/>
            <a:ext cx="73152" cy="2768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95967" y="3215307"/>
            <a:ext cx="73152" cy="75657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05695" y="3094215"/>
            <a:ext cx="73152" cy="99875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15423" y="3148855"/>
            <a:ext cx="73152" cy="88947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49118" y="4370832"/>
            <a:ext cx="23014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Nunito"/>
              </a:rPr>
              <a:t>01:23</a:t>
            </a:r>
          </a:p>
        </p:txBody>
      </p:sp>
      <p:sp>
        <p:nvSpPr>
          <p:cNvPr id="34" name="Oval 33"/>
          <p:cNvSpPr/>
          <p:nvPr/>
        </p:nvSpPr>
        <p:spPr>
          <a:xfrm>
            <a:off x="8442655" y="4727448"/>
            <a:ext cx="914400" cy="9144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35263" y="5020056"/>
            <a:ext cx="329184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284C7"/>
                </a:solidFill>
                <a:latin typeface="Nunit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172A"/>
                </a:solidFill>
                <a:latin typeface="Nunito"/>
              </a:rPr>
              <a:t>Vê o resultado.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548640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75966" y="777240"/>
            <a:ext cx="2447778" cy="53035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49118" y="850392"/>
            <a:ext cx="2301474" cy="5157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8211" y="886968"/>
            <a:ext cx="783288" cy="16459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9118" y="1261872"/>
            <a:ext cx="23014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300">
                <a:solidFill>
                  <a:srgbClr val="0284C7"/>
                </a:solidFill>
                <a:latin typeface="Nunito"/>
              </a:rPr>
              <a:t>Resultado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9118" y="1627632"/>
            <a:ext cx="230147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0369A1"/>
                </a:solidFill>
                <a:latin typeface="Nunito"/>
              </a:rPr>
              <a:t>8.4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9118" y="2907792"/>
            <a:ext cx="23014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200">
                <a:solidFill>
                  <a:srgbClr val="0284C7"/>
                </a:solidFill>
                <a:latin typeface="Nunito"/>
              </a:rPr>
              <a:t>Bom progresso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4878" y="3547872"/>
            <a:ext cx="156995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unito"/>
              </a:rPr>
              <a:t>Ritmo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4878" y="3547872"/>
            <a:ext cx="156995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Nunito"/>
              </a:rPr>
              <a:t>142 ppm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4878" y="3931920"/>
            <a:ext cx="1569954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4878" y="4050792"/>
            <a:ext cx="156995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unito"/>
              </a:rPr>
              <a:t>Filler 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4878" y="4050792"/>
            <a:ext cx="156995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Nunito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4878" y="4434840"/>
            <a:ext cx="1569954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4878" y="4553712"/>
            <a:ext cx="156995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unito"/>
              </a:rPr>
              <a:t>Variação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4878" y="4553712"/>
            <a:ext cx="156995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Nunito"/>
              </a:rPr>
              <a:t>Boa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4878" y="4937760"/>
            <a:ext cx="1569954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7718" y="5138928"/>
            <a:ext cx="1844274" cy="502920"/>
          </a:xfrm>
          <a:prstGeom prst="roundRect">
            <a:avLst>
              <a:gd name="adj" fmla="val 4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9118" y="5221224"/>
            <a:ext cx="23014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400">
                <a:solidFill>
                  <a:srgbClr val="FFFFFF"/>
                </a:solidFill>
                <a:latin typeface="Nunito"/>
              </a:rPr>
              <a:t>VOLTAR AO PLANO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0284C7"/>
                </a:solidFill>
                <a:latin typeface="Nunito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0F172A"/>
                </a:solidFill>
                <a:latin typeface="Nunito"/>
              </a:rPr>
              <a:t>Por trás.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284C7"/>
                </a:solidFill>
                <a:latin typeface="Nunito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Nunito"/>
              </a:rPr>
              <a:t>Construído com.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unito"/>
              </a:rPr>
              <a:t>Stack escolhida pelo equilíbrio entre velocidade de envio e qualidade do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926080"/>
            <a:ext cx="210312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6607" y="3127248"/>
            <a:ext cx="384048" cy="384048"/>
          </a:xfrm>
          <a:prstGeom prst="ellipse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607" y="3172968"/>
            <a:ext cx="384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369A1"/>
                </a:solidFill>
                <a:latin typeface="Nunit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7033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284C7"/>
                </a:solidFill>
                <a:latin typeface="Nunito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40233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unito"/>
              </a:rPr>
              <a:t>Expo SDK 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455371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unito"/>
              </a:rPr>
              <a:t>TypeScript · expo-router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4007" y="2926080"/>
            <a:ext cx="210312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86887" y="3127248"/>
            <a:ext cx="384048" cy="384048"/>
          </a:xfrm>
          <a:prstGeom prst="ellipse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6887" y="3172968"/>
            <a:ext cx="384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369A1"/>
                </a:solidFill>
                <a:latin typeface="Nunit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6887" y="37033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284C7"/>
                </a:solidFill>
                <a:latin typeface="Nunito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6887" y="40233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unito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6887" y="455371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unito"/>
              </a:rPr>
              <a:t>Python 3.11 · uv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4287" y="2926080"/>
            <a:ext cx="210312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27167" y="3127248"/>
            <a:ext cx="384048" cy="384048"/>
          </a:xfrm>
          <a:prstGeom prst="ellipse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7167" y="3172968"/>
            <a:ext cx="384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369A1"/>
                </a:solidFill>
                <a:latin typeface="Nunit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7167" y="37033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284C7"/>
                </a:solidFill>
                <a:latin typeface="Nunito"/>
              </a:rPr>
              <a:t>LLMS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7167" y="40233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unito"/>
              </a:rPr>
              <a:t>Claude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7167" y="455371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unito"/>
              </a:rPr>
              <a:t>Haiku 4.5 + Sonnet 4.6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84567" y="2926080"/>
            <a:ext cx="210312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67447" y="3127248"/>
            <a:ext cx="384048" cy="384048"/>
          </a:xfrm>
          <a:prstGeom prst="ellipse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7447" y="3172968"/>
            <a:ext cx="384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369A1"/>
                </a:solidFill>
                <a:latin typeface="Nunit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7447" y="37033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284C7"/>
                </a:solidFill>
                <a:latin typeface="Nunito"/>
              </a:rPr>
              <a:t>SPEECH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7447" y="40233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unito"/>
              </a:rPr>
              <a:t>Whisper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7447" y="455371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unito"/>
              </a:rPr>
              <a:t>word-level timestamps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24847" y="2926080"/>
            <a:ext cx="210312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07727" y="3127248"/>
            <a:ext cx="384048" cy="384048"/>
          </a:xfrm>
          <a:prstGeom prst="ellipse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7727" y="3172968"/>
            <a:ext cx="384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369A1"/>
                </a:solidFill>
                <a:latin typeface="Nunit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7727" y="37033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284C7"/>
                </a:solidFill>
                <a:latin typeface="Nunito"/>
              </a:rPr>
              <a:t>DADOS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7727" y="40233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unito"/>
              </a:rPr>
              <a:t>Supabase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7727" y="4553712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unito"/>
              </a:rPr>
              <a:t>Postgres · device_id anónimo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284C7"/>
                </a:solidFill>
                <a:latin typeface="Nunito"/>
              </a:rPr>
              <a:t>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Nunito"/>
              </a:rPr>
              <a:t>Cliente fino, backend pequeno.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unito"/>
              </a:rPr>
              <a:t>Duas apps independentes a falar por HTTP. Tudo o resto é serviço externo.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327" y="269748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647" y="2971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369A1"/>
                </a:solidFill>
                <a:latin typeface="Nunito"/>
              </a:rPr>
              <a:t>Mobile (Expo)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647" y="3566160"/>
            <a:ext cx="27432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6647" y="38587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5247" y="3749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Nunito"/>
              </a:rPr>
              <a:t>UI / Router</a:t>
            </a:r>
          </a:p>
        </p:txBody>
      </p:sp>
      <p:sp>
        <p:nvSpPr>
          <p:cNvPr id="10" name="Oval 9"/>
          <p:cNvSpPr/>
          <p:nvPr/>
        </p:nvSpPr>
        <p:spPr>
          <a:xfrm>
            <a:off x="1066647" y="43159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5247" y="4206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Nunito"/>
              </a:rPr>
              <a:t>AsyncStorage (device_id)</a:t>
            </a:r>
          </a:p>
        </p:txBody>
      </p:sp>
      <p:sp>
        <p:nvSpPr>
          <p:cNvPr id="12" name="Oval 11"/>
          <p:cNvSpPr/>
          <p:nvPr/>
        </p:nvSpPr>
        <p:spPr>
          <a:xfrm>
            <a:off x="1066647" y="47731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5247" y="4663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Nunito"/>
              </a:rPr>
              <a:t>expo-audio (record)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927" y="269748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247" y="2971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unito"/>
              </a:rPr>
              <a:t>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24247" y="3566160"/>
            <a:ext cx="27432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24247" y="38587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2847" y="3749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Nunito"/>
              </a:rPr>
              <a:t>/plans  /sessions  /ask</a:t>
            </a:r>
          </a:p>
        </p:txBody>
      </p:sp>
      <p:sp>
        <p:nvSpPr>
          <p:cNvPr id="19" name="Oval 18"/>
          <p:cNvSpPr/>
          <p:nvPr/>
        </p:nvSpPr>
        <p:spPr>
          <a:xfrm>
            <a:off x="4724247" y="43159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2847" y="4206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Nunito"/>
              </a:rPr>
              <a:t>/profile  /motivation</a:t>
            </a:r>
          </a:p>
        </p:txBody>
      </p:sp>
      <p:sp>
        <p:nvSpPr>
          <p:cNvPr id="21" name="Oval 20"/>
          <p:cNvSpPr/>
          <p:nvPr/>
        </p:nvSpPr>
        <p:spPr>
          <a:xfrm>
            <a:off x="4724247" y="47731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2847" y="4663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Nunito"/>
              </a:rPr>
              <a:t>services/  schemas.py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7527" y="269748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1847" y="2971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369A1"/>
                </a:solidFill>
                <a:latin typeface="Nunito"/>
              </a:rPr>
              <a:t>Serviços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1847" y="3566160"/>
            <a:ext cx="27432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81847" y="38587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10447" y="3749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Nunito"/>
              </a:rPr>
              <a:t>Anthropic (Haiku / Sonnet)</a:t>
            </a:r>
          </a:p>
        </p:txBody>
      </p:sp>
      <p:sp>
        <p:nvSpPr>
          <p:cNvPr id="28" name="Oval 27"/>
          <p:cNvSpPr/>
          <p:nvPr/>
        </p:nvSpPr>
        <p:spPr>
          <a:xfrm>
            <a:off x="8381847" y="43159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10447" y="4206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Nunito"/>
              </a:rPr>
              <a:t>OpenAI Whisper</a:t>
            </a:r>
          </a:p>
        </p:txBody>
      </p:sp>
      <p:sp>
        <p:nvSpPr>
          <p:cNvPr id="30" name="Oval 29"/>
          <p:cNvSpPr/>
          <p:nvPr/>
        </p:nvSpPr>
        <p:spPr>
          <a:xfrm>
            <a:off x="8381847" y="47731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0447" y="4663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Nunito"/>
              </a:rPr>
              <a:t>Supabase Postgres</a:t>
            </a:r>
          </a:p>
        </p:txBody>
      </p:sp>
      <p:sp>
        <p:nvSpPr>
          <p:cNvPr id="32" name="Oval 31"/>
          <p:cNvSpPr/>
          <p:nvPr/>
        </p:nvSpPr>
        <p:spPr>
          <a:xfrm>
            <a:off x="8381847" y="52303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10447" y="51206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Nunito"/>
              </a:rPr>
              <a:t>Filesystem (audio + PDFs)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84167" y="4343400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ight Triangle 34"/>
          <p:cNvSpPr/>
          <p:nvPr/>
        </p:nvSpPr>
        <p:spPr>
          <a:xfrm>
            <a:off x="4340199" y="4279392"/>
            <a:ext cx="146304" cy="128016"/>
          </a:xfrm>
          <a:prstGeom prst="rt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741767" y="4343400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ight Triangle 36"/>
          <p:cNvSpPr/>
          <p:nvPr/>
        </p:nvSpPr>
        <p:spPr>
          <a:xfrm>
            <a:off x="7997799" y="4279392"/>
            <a:ext cx="146304" cy="128016"/>
          </a:xfrm>
          <a:prstGeom prst="rt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284C7"/>
                </a:solidFill>
                <a:latin typeface="Nunito"/>
              </a:rPr>
              <a:t>PIPELINE DA VOZ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Nunito"/>
              </a:rPr>
              <a:t>De áudio a feedback em segundos.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unito"/>
              </a:rPr>
              <a:t>POST /sessions corre tudo em série; /motivation corre em paralelo para esconder latência.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605229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337560"/>
            <a:ext cx="14223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284C7"/>
                </a:solidFill>
                <a:latin typeface="Nunit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4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Nunito"/>
              </a:rPr>
              <a:t>Áudio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142234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unito"/>
              </a:rPr>
              <a:t>.m4a do telemóvel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8189" y="4206240"/>
            <a:ext cx="18288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11069" y="3108960"/>
            <a:ext cx="1605229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8229" y="3337560"/>
            <a:ext cx="14223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284C7"/>
                </a:solidFill>
                <a:latin typeface="Nunit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8229" y="374904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Nunito"/>
              </a:rPr>
              <a:t>Whisper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8229" y="4297680"/>
            <a:ext cx="142234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unito"/>
              </a:rPr>
              <a:t>Transcrição + timestamps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16298" y="4206240"/>
            <a:ext cx="18288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99178" y="3108960"/>
            <a:ext cx="1605229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6338" y="3337560"/>
            <a:ext cx="14223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284C7"/>
                </a:solidFill>
                <a:latin typeface="Nunit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374904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Nunito"/>
              </a:rPr>
              <a:t>Filtro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338" y="4297680"/>
            <a:ext cx="142234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unito"/>
              </a:rPr>
              <a:t>&lt;5s? rejeita (422)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04407" y="4206240"/>
            <a:ext cx="18288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87287" y="3108960"/>
            <a:ext cx="1605229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3337560"/>
            <a:ext cx="14223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284C7"/>
                </a:solidFill>
                <a:latin typeface="Nunit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374904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Nunito"/>
              </a:rPr>
              <a:t>Métricas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297680"/>
            <a:ext cx="142234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unito"/>
              </a:rPr>
              <a:t>WPM · fillers · ritmo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92516" y="4206240"/>
            <a:ext cx="18288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75396" y="3108960"/>
            <a:ext cx="1605229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2556" y="3337560"/>
            <a:ext cx="14223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284C7"/>
                </a:solidFill>
                <a:latin typeface="Nunit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2556" y="374904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Nunito"/>
              </a:rPr>
              <a:t>Sonnet 4.6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2556" y="4297680"/>
            <a:ext cx="142234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unito"/>
              </a:rPr>
              <a:t>Forced-tool JSON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80625" y="4206240"/>
            <a:ext cx="18288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63505" y="3108960"/>
            <a:ext cx="1605229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0665" y="3337560"/>
            <a:ext cx="142234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284C7"/>
                </a:solidFill>
                <a:latin typeface="Nunito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0665" y="3749040"/>
            <a:ext cx="14223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Nunito"/>
              </a:rPr>
              <a:t>Resultado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0665" y="4297680"/>
            <a:ext cx="142234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unito"/>
              </a:rPr>
              <a:t>Score + sugestões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284C7"/>
                </a:solidFill>
                <a:latin typeface="Nunito"/>
              </a:rPr>
              <a:t>DECISÕES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Nunito"/>
              </a:rPr>
              <a:t>Pequenas escolhas, grande impacto.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unito"/>
              </a:rPr>
              <a:t>Celebrations no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unito"/>
              </a:rPr>
              <a:t>Diff de conquistas + streak + plano calculado na mesma transação do POST /sessions. Zero estado no cliente.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6888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46888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unito"/>
              </a:rPr>
              <a:t>Sem cache no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2918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unito"/>
              </a:rPr>
              <a:t>AsyncStorage só guarda o que não está na DB: device_id, last_plan_id, user_name. Mais simples, menos bugs.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46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unito"/>
              </a:rPr>
              <a:t>Forced tool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6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unito"/>
              </a:rPr>
              <a:t>Sonnet devolve JSON estruturado via tool call — o único caminho fiável para output tipado em Anthropic.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57200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57200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846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unito"/>
              </a:rPr>
              <a:t>expo-audio + uploadAsync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39496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unito"/>
              </a:rPr>
              <a:t>fetch + FormData é frágil em Android. FileSystem.uploadAsync (legacy) é o que funciona.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18407" y="1051560"/>
            <a:ext cx="4754880" cy="4754880"/>
          </a:xfrm>
          <a:prstGeom prst="ellipse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41367" y="1874520"/>
            <a:ext cx="3108960" cy="310896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7" y="242316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7091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0F172A"/>
                </a:solidFill>
                <a:latin typeface="Nunito"/>
              </a:rPr>
              <a:t>Obrigado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19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spc="400">
                <a:solidFill>
                  <a:srgbClr val="0284C7"/>
                </a:solidFill>
                <a:latin typeface="Nunito"/>
              </a:rPr>
              <a:t>TalkieLearnie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