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81" r:id="rId2"/>
    <p:sldId id="279" r:id="rId3"/>
    <p:sldId id="257" r:id="rId4"/>
    <p:sldId id="256" r:id="rId5"/>
    <p:sldId id="258" r:id="rId6"/>
    <p:sldId id="259" r:id="rId7"/>
    <p:sldId id="270" r:id="rId8"/>
    <p:sldId id="271" r:id="rId9"/>
    <p:sldId id="283" r:id="rId10"/>
    <p:sldId id="272" r:id="rId11"/>
    <p:sldId id="273" r:id="rId12"/>
    <p:sldId id="274" r:id="rId13"/>
    <p:sldId id="275" r:id="rId14"/>
    <p:sldId id="276" r:id="rId15"/>
    <p:sldId id="264" r:id="rId16"/>
    <p:sldId id="277" r:id="rId17"/>
    <p:sldId id="278" r:id="rId18"/>
    <p:sldId id="28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3016B-CED3-4AD1-8846-04DD5109E7C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841C4-7761-4960-ABB5-540BBC7DD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8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841C4-7761-4960-ABB5-540BBC7DD0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71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19EC-6363-C98E-259B-FCFB93731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6D6F86-94AB-4DF1-B616-FF23534837E6}"/>
              </a:ext>
            </a:extLst>
          </p:cNvPr>
          <p:cNvSpPr txBox="1"/>
          <p:nvPr/>
        </p:nvSpPr>
        <p:spPr>
          <a:xfrm>
            <a:off x="5296161" y="2854227"/>
            <a:ext cx="1599678" cy="1149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GB" sz="7200" b="1" dirty="0">
                <a:solidFill>
                  <a:srgbClr val="0F172A"/>
                </a:solidFill>
                <a:latin typeface="Nunito"/>
              </a:rPr>
              <a:t>Olá</a:t>
            </a:r>
            <a:endParaRPr sz="7200" b="1" dirty="0">
              <a:solidFill>
                <a:srgbClr val="0F172A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738361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CAB2F-12EE-30FC-8DDD-69130AD8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5-24 at 15.33.31">
            <a:hlinkClick r:id="" action="ppaction://media"/>
            <a:extLst>
              <a:ext uri="{FF2B5EF4-FFF2-40B4-BE49-F238E27FC236}">
                <a16:creationId xmlns:a16="http://schemas.microsoft.com/office/drawing/2014/main" id="{D07242A8-13C0-BEFB-9085-DE288E2E50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75138" y="190500"/>
            <a:ext cx="36417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15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94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D18498-CFD7-EA94-8126-AD2EFFD03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101" y="582683"/>
            <a:ext cx="7597798" cy="56926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19628F-CD8C-F5D5-9AFD-35CAA2BB5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189" y="906470"/>
            <a:ext cx="4587622" cy="50450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680" y="2439114"/>
            <a:ext cx="10454335" cy="989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GB" sz="6200" b="1" dirty="0">
                <a:solidFill>
                  <a:srgbClr val="0F172A"/>
                </a:solidFill>
                <a:latin typeface="Nunito"/>
              </a:rPr>
              <a:t>5 </a:t>
            </a: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minutos</a:t>
            </a:r>
            <a:r>
              <a:rPr lang="en-GB" sz="6200" b="1" dirty="0">
                <a:solidFill>
                  <a:srgbClr val="0F172A"/>
                </a:solidFill>
                <a:latin typeface="Nunito"/>
              </a:rPr>
              <a:t> </a:t>
            </a: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por</a:t>
            </a:r>
            <a:r>
              <a:rPr lang="en-GB" sz="6200" b="1" dirty="0">
                <a:solidFill>
                  <a:srgbClr val="0F172A"/>
                </a:solidFill>
                <a:latin typeface="Nunito"/>
              </a:rPr>
              <a:t> </a:t>
            </a: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dia</a:t>
            </a:r>
            <a:endParaRPr sz="6200" b="1" dirty="0">
              <a:solidFill>
                <a:srgbClr val="0F172A"/>
              </a:solidFill>
              <a:latin typeface="Nuni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79" y="3429000"/>
            <a:ext cx="10454335" cy="3770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 err="1">
                <a:solidFill>
                  <a:srgbClr val="64748B"/>
                </a:solidFill>
                <a:latin typeface="Nunito"/>
              </a:rPr>
              <a:t>Tratamo</a:t>
            </a:r>
            <a:r>
              <a:rPr lang="en-GB" sz="2000" b="0" dirty="0">
                <a:solidFill>
                  <a:srgbClr val="64748B"/>
                </a:solidFill>
                <a:latin typeface="Nunito"/>
              </a:rPr>
              <a:t>s a </a:t>
            </a:r>
            <a:r>
              <a:rPr lang="en-GB" sz="2000" b="0" dirty="0" err="1">
                <a:solidFill>
                  <a:srgbClr val="64748B"/>
                </a:solidFill>
                <a:latin typeface="Nunito"/>
              </a:rPr>
              <a:t>comunicação</a:t>
            </a:r>
            <a:r>
              <a:rPr sz="2000" b="0" dirty="0">
                <a:solidFill>
                  <a:srgbClr val="64748B"/>
                </a:solidFill>
                <a:latin typeface="Nunito"/>
              </a:rPr>
              <a:t> </a:t>
            </a:r>
            <a:r>
              <a:rPr sz="2000" b="0" dirty="0" err="1">
                <a:solidFill>
                  <a:srgbClr val="64748B"/>
                </a:solidFill>
                <a:latin typeface="Nunito"/>
              </a:rPr>
              <a:t>como</a:t>
            </a:r>
            <a:r>
              <a:rPr sz="2000" b="0" dirty="0">
                <a:solidFill>
                  <a:srgbClr val="64748B"/>
                </a:solidFill>
                <a:latin typeface="Nunito"/>
              </a:rPr>
              <a:t> </a:t>
            </a:r>
            <a:r>
              <a:rPr lang="en-GB" sz="2000" b="0" dirty="0">
                <a:solidFill>
                  <a:srgbClr val="64748B"/>
                </a:solidFill>
                <a:latin typeface="Nunito"/>
              </a:rPr>
              <a:t>um </a:t>
            </a:r>
            <a:r>
              <a:rPr sz="2000" b="0" dirty="0" err="1">
                <a:solidFill>
                  <a:srgbClr val="64748B"/>
                </a:solidFill>
                <a:latin typeface="Nunito"/>
              </a:rPr>
              <a:t>talento</a:t>
            </a:r>
            <a:r>
              <a:rPr sz="2000" b="0" dirty="0">
                <a:solidFill>
                  <a:srgbClr val="64748B"/>
                </a:solidFill>
                <a:latin typeface="Nunito"/>
              </a:rPr>
              <a:t>. </a:t>
            </a:r>
            <a:r>
              <a:rPr sz="2000" b="0" dirty="0" err="1">
                <a:solidFill>
                  <a:srgbClr val="64748B"/>
                </a:solidFill>
                <a:latin typeface="Nunito"/>
              </a:rPr>
              <a:t>Devíamos</a:t>
            </a:r>
            <a:r>
              <a:rPr sz="2000" b="0" dirty="0">
                <a:solidFill>
                  <a:srgbClr val="64748B"/>
                </a:solidFill>
                <a:latin typeface="Nunito"/>
              </a:rPr>
              <a:t> </a:t>
            </a:r>
            <a:r>
              <a:rPr sz="2000" b="0" dirty="0" err="1">
                <a:solidFill>
                  <a:srgbClr val="64748B"/>
                </a:solidFill>
                <a:latin typeface="Nunito"/>
              </a:rPr>
              <a:t>tratá</a:t>
            </a:r>
            <a:r>
              <a:rPr sz="2000" b="0" dirty="0">
                <a:solidFill>
                  <a:srgbClr val="64748B"/>
                </a:solidFill>
                <a:latin typeface="Nunito"/>
              </a:rPr>
              <a:t>-la </a:t>
            </a:r>
            <a:r>
              <a:rPr sz="2000" b="0" dirty="0" err="1">
                <a:solidFill>
                  <a:srgbClr val="64748B"/>
                </a:solidFill>
                <a:latin typeface="Nunito"/>
              </a:rPr>
              <a:t>como</a:t>
            </a:r>
            <a:r>
              <a:rPr sz="2000" b="0" dirty="0">
                <a:solidFill>
                  <a:srgbClr val="64748B"/>
                </a:solidFill>
                <a:latin typeface="Nunito"/>
              </a:rPr>
              <a:t> </a:t>
            </a:r>
            <a:r>
              <a:rPr sz="2000" b="0" dirty="0" err="1">
                <a:solidFill>
                  <a:srgbClr val="64748B"/>
                </a:solidFill>
                <a:latin typeface="Nunito"/>
              </a:rPr>
              <a:t>hábito</a:t>
            </a:r>
            <a:r>
              <a:rPr sz="2000" b="0" dirty="0">
                <a:solidFill>
                  <a:srgbClr val="64748B"/>
                </a:solidFill>
                <a:latin typeface="Nunito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2895" y="2854227"/>
            <a:ext cx="3966210" cy="1149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GB" sz="7200" b="1" dirty="0">
                <a:solidFill>
                  <a:srgbClr val="0F172A"/>
                </a:solidFill>
                <a:latin typeface="Nunito"/>
              </a:rPr>
              <a:t>PRONTO</a:t>
            </a:r>
            <a:endParaRPr sz="7200" b="1" dirty="0">
              <a:solidFill>
                <a:srgbClr val="0F172A"/>
              </a:solidFill>
              <a:latin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D4BC2-077A-5B12-3C83-009D68CF5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8ED632-4655-A528-B78C-44993B9D6833}"/>
              </a:ext>
            </a:extLst>
          </p:cNvPr>
          <p:cNvSpPr txBox="1"/>
          <p:nvPr/>
        </p:nvSpPr>
        <p:spPr>
          <a:xfrm>
            <a:off x="4997767" y="2854227"/>
            <a:ext cx="2196465" cy="1149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GB" sz="7200" b="1" dirty="0">
                <a:solidFill>
                  <a:srgbClr val="0F172A"/>
                </a:solidFill>
                <a:latin typeface="Nunito"/>
              </a:rPr>
              <a:t>TIPO</a:t>
            </a:r>
            <a:endParaRPr sz="7200" b="1" dirty="0">
              <a:solidFill>
                <a:srgbClr val="0F172A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367851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4CAA0-91F3-8CC4-2213-DB25788A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CCC7C9-A3B2-8548-F8BA-E6F359CE360E}"/>
              </a:ext>
            </a:extLst>
          </p:cNvPr>
          <p:cNvSpPr txBox="1"/>
          <p:nvPr/>
        </p:nvSpPr>
        <p:spPr>
          <a:xfrm>
            <a:off x="4940617" y="2854227"/>
            <a:ext cx="2310765" cy="1149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GB" sz="7200" b="1" dirty="0">
                <a:solidFill>
                  <a:srgbClr val="0F172A"/>
                </a:solidFill>
                <a:latin typeface="Nunito"/>
              </a:rPr>
              <a:t>UHM</a:t>
            </a:r>
            <a:endParaRPr sz="7200" b="1" dirty="0">
              <a:solidFill>
                <a:srgbClr val="0F172A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200866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6D694-93E6-5651-85CA-5F365A592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428618-8C8C-7804-5716-6966DC4E726D}"/>
              </a:ext>
            </a:extLst>
          </p:cNvPr>
          <p:cNvSpPr txBox="1"/>
          <p:nvPr/>
        </p:nvSpPr>
        <p:spPr>
          <a:xfrm>
            <a:off x="2202426" y="2854227"/>
            <a:ext cx="7787148" cy="1149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GB" sz="7200" b="1" dirty="0" err="1">
                <a:solidFill>
                  <a:srgbClr val="0F172A"/>
                </a:solidFill>
                <a:latin typeface="Nunito"/>
              </a:rPr>
              <a:t>Conteúdo</a:t>
            </a:r>
            <a:r>
              <a:rPr lang="en-GB" sz="7200" b="1" dirty="0">
                <a:solidFill>
                  <a:srgbClr val="0F172A"/>
                </a:solidFill>
                <a:latin typeface="Nunito"/>
              </a:rPr>
              <a:t> e Ritmo</a:t>
            </a:r>
            <a:endParaRPr sz="7200" b="1" dirty="0">
              <a:solidFill>
                <a:srgbClr val="0F172A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01007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73A26-06AD-296E-AE76-C57788F39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2332CA-EACE-4988-C6B0-417A795E436B}"/>
              </a:ext>
            </a:extLst>
          </p:cNvPr>
          <p:cNvSpPr txBox="1"/>
          <p:nvPr/>
        </p:nvSpPr>
        <p:spPr>
          <a:xfrm>
            <a:off x="868680" y="1443264"/>
            <a:ext cx="10454335" cy="1991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Recebe</a:t>
            </a:r>
            <a:r>
              <a:rPr lang="en-GB" sz="6200" b="1" dirty="0">
                <a:solidFill>
                  <a:srgbClr val="0F172A"/>
                </a:solidFill>
                <a:latin typeface="Nunito"/>
              </a:rPr>
              <a:t> feedback </a:t>
            </a: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instantâneo</a:t>
            </a:r>
            <a:r>
              <a:rPr lang="en-GB" sz="6200" b="1" dirty="0">
                <a:solidFill>
                  <a:srgbClr val="0F172A"/>
                </a:solidFill>
                <a:latin typeface="Nunito"/>
              </a:rPr>
              <a:t> e </a:t>
            </a: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aplica</a:t>
            </a:r>
            <a:endParaRPr sz="6200" b="1" dirty="0">
              <a:solidFill>
                <a:srgbClr val="0F172A"/>
              </a:solidFill>
              <a:latin typeface="Nuni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287483-861F-1166-DAB2-5894D924CDDC}"/>
              </a:ext>
            </a:extLst>
          </p:cNvPr>
          <p:cNvSpPr txBox="1"/>
          <p:nvPr/>
        </p:nvSpPr>
        <p:spPr>
          <a:xfrm>
            <a:off x="868679" y="3429000"/>
            <a:ext cx="10454335" cy="3770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GB" sz="2000" b="0" dirty="0">
                <a:solidFill>
                  <a:srgbClr val="64748B"/>
                </a:solidFill>
                <a:latin typeface="Nunito"/>
              </a:rPr>
              <a:t>Em </a:t>
            </a:r>
            <a:r>
              <a:rPr lang="en-GB" sz="2000" b="0" dirty="0" err="1">
                <a:solidFill>
                  <a:srgbClr val="64748B"/>
                </a:solidFill>
                <a:latin typeface="Nunito"/>
              </a:rPr>
              <a:t>poucos</a:t>
            </a:r>
            <a:r>
              <a:rPr lang="en-GB" sz="2000" b="0" dirty="0">
                <a:solidFill>
                  <a:srgbClr val="64748B"/>
                </a:solidFill>
                <a:latin typeface="Nunito"/>
              </a:rPr>
              <a:t> </a:t>
            </a:r>
            <a:r>
              <a:rPr lang="en-GB" sz="2000" b="0" dirty="0" err="1">
                <a:solidFill>
                  <a:srgbClr val="64748B"/>
                </a:solidFill>
                <a:latin typeface="Nunito"/>
              </a:rPr>
              <a:t>segundos</a:t>
            </a:r>
            <a:r>
              <a:rPr lang="en-GB" sz="2000" b="0" dirty="0">
                <a:solidFill>
                  <a:srgbClr val="64748B"/>
                </a:solidFill>
                <a:latin typeface="Nunito"/>
              </a:rPr>
              <a:t>. O AI </a:t>
            </a:r>
            <a:r>
              <a:rPr lang="en-GB" sz="2000" b="0" dirty="0" err="1">
                <a:solidFill>
                  <a:srgbClr val="64748B"/>
                </a:solidFill>
                <a:latin typeface="Nunito"/>
              </a:rPr>
              <a:t>monta</a:t>
            </a:r>
            <a:r>
              <a:rPr lang="en-GB" sz="2000" b="0" dirty="0">
                <a:solidFill>
                  <a:srgbClr val="64748B"/>
                </a:solidFill>
                <a:latin typeface="Nunito"/>
              </a:rPr>
              <a:t> um </a:t>
            </a:r>
            <a:r>
              <a:rPr lang="en-GB" sz="2000" b="0" dirty="0" err="1">
                <a:solidFill>
                  <a:srgbClr val="64748B"/>
                </a:solidFill>
                <a:latin typeface="Nunito"/>
              </a:rPr>
              <a:t>relatório</a:t>
            </a:r>
            <a:r>
              <a:rPr lang="en-GB" sz="2000" b="0" dirty="0">
                <a:solidFill>
                  <a:srgbClr val="64748B"/>
                </a:solidFill>
                <a:latin typeface="Nunito"/>
              </a:rPr>
              <a:t> </a:t>
            </a:r>
            <a:r>
              <a:rPr lang="en-GB" sz="2000" b="0" dirty="0" err="1">
                <a:solidFill>
                  <a:srgbClr val="64748B"/>
                </a:solidFill>
                <a:latin typeface="Nunito"/>
              </a:rPr>
              <a:t>completo</a:t>
            </a:r>
            <a:r>
              <a:rPr lang="en-GB" sz="2000" b="0" dirty="0">
                <a:solidFill>
                  <a:srgbClr val="64748B"/>
                </a:solidFill>
                <a:latin typeface="Nunito"/>
              </a:rPr>
              <a:t> do </a:t>
            </a:r>
            <a:r>
              <a:rPr lang="en-GB" sz="2000" b="0" dirty="0" err="1">
                <a:solidFill>
                  <a:srgbClr val="64748B"/>
                </a:solidFill>
                <a:latin typeface="Nunito"/>
              </a:rPr>
              <a:t>que</a:t>
            </a:r>
            <a:r>
              <a:rPr lang="en-GB" sz="2000" b="0" dirty="0">
                <a:solidFill>
                  <a:srgbClr val="64748B"/>
                </a:solidFill>
                <a:latin typeface="Nunito"/>
              </a:rPr>
              <a:t> </a:t>
            </a:r>
            <a:r>
              <a:rPr lang="en-GB" sz="2000" b="0" dirty="0" err="1">
                <a:solidFill>
                  <a:srgbClr val="64748B"/>
                </a:solidFill>
                <a:latin typeface="Nunito"/>
              </a:rPr>
              <a:t>podes</a:t>
            </a:r>
            <a:r>
              <a:rPr lang="en-GB" sz="2000" b="0" dirty="0">
                <a:solidFill>
                  <a:srgbClr val="64748B"/>
                </a:solidFill>
                <a:latin typeface="Nunito"/>
              </a:rPr>
              <a:t> </a:t>
            </a:r>
            <a:r>
              <a:rPr lang="en-GB" sz="2000" b="0" dirty="0" err="1">
                <a:solidFill>
                  <a:srgbClr val="64748B"/>
                </a:solidFill>
                <a:latin typeface="Nunito"/>
              </a:rPr>
              <a:t>melhorar</a:t>
            </a:r>
            <a:r>
              <a:rPr lang="en-GB" sz="2000" b="0" dirty="0">
                <a:solidFill>
                  <a:srgbClr val="64748B"/>
                </a:solidFill>
                <a:latin typeface="Nunito"/>
              </a:rPr>
              <a:t>.</a:t>
            </a:r>
            <a:endParaRPr sz="2000" b="0" dirty="0">
              <a:solidFill>
                <a:srgbClr val="64748B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433084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93DB0-CC4E-7A62-F641-EC9B2253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31DBED-C43F-8EB3-901D-27EC24912C92}"/>
              </a:ext>
            </a:extLst>
          </p:cNvPr>
          <p:cNvSpPr txBox="1"/>
          <p:nvPr/>
        </p:nvSpPr>
        <p:spPr>
          <a:xfrm>
            <a:off x="868680" y="1443264"/>
            <a:ext cx="10454335" cy="2993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GB" sz="6200" b="1" dirty="0">
                <a:solidFill>
                  <a:srgbClr val="0F172A"/>
                </a:solidFill>
                <a:latin typeface="Nunito"/>
              </a:rPr>
              <a:t>Eu </a:t>
            </a: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usei</a:t>
            </a:r>
            <a:r>
              <a:rPr lang="en-GB" sz="6200" b="1" dirty="0">
                <a:solidFill>
                  <a:srgbClr val="0F172A"/>
                </a:solidFill>
                <a:latin typeface="Nunito"/>
              </a:rPr>
              <a:t> </a:t>
            </a: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esta</a:t>
            </a:r>
            <a:r>
              <a:rPr lang="en-GB" sz="6200" b="1" dirty="0">
                <a:solidFill>
                  <a:srgbClr val="0F172A"/>
                </a:solidFill>
                <a:latin typeface="Nunito"/>
              </a:rPr>
              <a:t> app para </a:t>
            </a: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treinar</a:t>
            </a:r>
            <a:r>
              <a:rPr lang="en-GB" sz="6200" b="1" dirty="0">
                <a:solidFill>
                  <a:srgbClr val="0F172A"/>
                </a:solidFill>
                <a:latin typeface="Nunito"/>
              </a:rPr>
              <a:t> </a:t>
            </a: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então</a:t>
            </a:r>
            <a:r>
              <a:rPr lang="en-GB" sz="6200" b="1" dirty="0">
                <a:solidFill>
                  <a:srgbClr val="0F172A"/>
                </a:solidFill>
                <a:latin typeface="Nunito"/>
              </a:rPr>
              <a:t> </a:t>
            </a: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espero</a:t>
            </a:r>
            <a:r>
              <a:rPr lang="en-GB" sz="6200" b="1" dirty="0">
                <a:solidFill>
                  <a:srgbClr val="0F172A"/>
                </a:solidFill>
                <a:latin typeface="Nunito"/>
              </a:rPr>
              <a:t> </a:t>
            </a: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que</a:t>
            </a:r>
            <a:r>
              <a:rPr lang="en-GB" sz="6200" b="1" dirty="0">
                <a:solidFill>
                  <a:srgbClr val="0F172A"/>
                </a:solidFill>
                <a:latin typeface="Nunito"/>
              </a:rPr>
              <a:t> </a:t>
            </a: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estejam</a:t>
            </a:r>
            <a:r>
              <a:rPr lang="en-GB" sz="6200" b="1" dirty="0">
                <a:solidFill>
                  <a:srgbClr val="0F172A"/>
                </a:solidFill>
                <a:latin typeface="Nunito"/>
              </a:rPr>
              <a:t> a </a:t>
            </a: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gostar</a:t>
            </a:r>
            <a:r>
              <a:rPr lang="en-GB" sz="6200" b="1" dirty="0">
                <a:solidFill>
                  <a:srgbClr val="0F172A"/>
                </a:solidFill>
                <a:latin typeface="Nunito"/>
              </a:rPr>
              <a:t> do pitch </a:t>
            </a:r>
            <a:r>
              <a:rPr lang="en-GB" sz="6200" b="1" dirty="0">
                <a:solidFill>
                  <a:srgbClr val="0F172A"/>
                </a:solidFill>
                <a:latin typeface="Nunito"/>
                <a:sym typeface="Wingdings" panose="05000000000000000000" pitchFamily="2" charset="2"/>
              </a:rPr>
              <a:t>:)</a:t>
            </a:r>
            <a:endParaRPr sz="6200" b="1" dirty="0">
              <a:solidFill>
                <a:srgbClr val="0F172A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065214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0DA2-D101-8EEA-FA73-E8B53F86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627FF6-0435-B364-C1BC-7A0525DBD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92" y="1485731"/>
            <a:ext cx="10112616" cy="388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0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98850-CB39-6716-58C9-6DD80FABA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450B7F5-52DE-4BA2-67BE-38FB1B296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189" y="906470"/>
            <a:ext cx="4587622" cy="504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591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C4083-77FC-D27F-0C2C-BB0C7153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F39CAE-9947-0B31-FD8A-0188FF0F2330}"/>
              </a:ext>
            </a:extLst>
          </p:cNvPr>
          <p:cNvSpPr txBox="1"/>
          <p:nvPr/>
        </p:nvSpPr>
        <p:spPr>
          <a:xfrm>
            <a:off x="868680" y="2934057"/>
            <a:ext cx="10454335" cy="989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Deixem</a:t>
            </a:r>
            <a:r>
              <a:rPr lang="en-GB" sz="6200" b="1" dirty="0">
                <a:solidFill>
                  <a:srgbClr val="0F172A"/>
                </a:solidFill>
                <a:latin typeface="Nunito"/>
              </a:rPr>
              <a:t> me </a:t>
            </a:r>
            <a:r>
              <a:rPr lang="en-GB" sz="6200" b="1" dirty="0" err="1">
                <a:solidFill>
                  <a:srgbClr val="0F172A"/>
                </a:solidFill>
                <a:latin typeface="Nunito"/>
              </a:rPr>
              <a:t>mostrar</a:t>
            </a:r>
            <a:endParaRPr sz="6200" b="1" dirty="0">
              <a:solidFill>
                <a:srgbClr val="0F172A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710606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680" y="2286000"/>
            <a:ext cx="10454335" cy="1021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dirty="0">
                <a:solidFill>
                  <a:srgbClr val="0F172A"/>
                </a:solidFill>
                <a:latin typeface="Nunito"/>
              </a:rPr>
              <a:t>O </a:t>
            </a:r>
            <a:r>
              <a:rPr sz="6400" b="1" dirty="0" err="1">
                <a:solidFill>
                  <a:srgbClr val="0F172A"/>
                </a:solidFill>
                <a:latin typeface="Nunito"/>
              </a:rPr>
              <a:t>que</a:t>
            </a:r>
            <a:r>
              <a:rPr sz="6400" b="1" dirty="0">
                <a:solidFill>
                  <a:srgbClr val="0F172A"/>
                </a:solidFill>
                <a:latin typeface="Nunito"/>
              </a:rPr>
              <a:t> </a:t>
            </a:r>
            <a:r>
              <a:rPr sz="6400" b="1" dirty="0" err="1">
                <a:solidFill>
                  <a:srgbClr val="0F172A"/>
                </a:solidFill>
                <a:latin typeface="Nunito"/>
              </a:rPr>
              <a:t>faz</a:t>
            </a:r>
            <a:r>
              <a:rPr sz="6400" b="1" dirty="0">
                <a:solidFill>
                  <a:srgbClr val="0F172A"/>
                </a:solidFill>
                <a:latin typeface="Nunito"/>
              </a:rPr>
              <a:t> </a:t>
            </a:r>
            <a:r>
              <a:rPr sz="6400" b="1" dirty="0" err="1">
                <a:solidFill>
                  <a:srgbClr val="0F172A"/>
                </a:solidFill>
                <a:latin typeface="Nunito"/>
              </a:rPr>
              <a:t>isto</a:t>
            </a:r>
            <a:r>
              <a:rPr sz="6400" b="1" dirty="0">
                <a:solidFill>
                  <a:srgbClr val="0F172A"/>
                </a:solidFill>
                <a:latin typeface="Nunito"/>
              </a:rPr>
              <a:t> </a:t>
            </a:r>
            <a:r>
              <a:rPr sz="6400" b="1" dirty="0" err="1">
                <a:solidFill>
                  <a:srgbClr val="0F172A"/>
                </a:solidFill>
                <a:latin typeface="Nunito"/>
              </a:rPr>
              <a:t>funcionar</a:t>
            </a:r>
            <a:endParaRPr sz="6400" b="1" dirty="0">
              <a:solidFill>
                <a:srgbClr val="0F172A"/>
              </a:solidFill>
              <a:latin typeface="Nuni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3419168"/>
            <a:ext cx="10454335" cy="3770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>
                <a:solidFill>
                  <a:srgbClr val="64748B"/>
                </a:solidFill>
                <a:latin typeface="Nunito"/>
              </a:rPr>
              <a:t>Stack </a:t>
            </a:r>
            <a:r>
              <a:rPr sz="2000" b="0" dirty="0" err="1">
                <a:solidFill>
                  <a:srgbClr val="64748B"/>
                </a:solidFill>
                <a:latin typeface="Nunito"/>
              </a:rPr>
              <a:t>pequena</a:t>
            </a:r>
            <a:r>
              <a:rPr sz="2000" b="0" dirty="0">
                <a:solidFill>
                  <a:srgbClr val="64748B"/>
                </a:solidFill>
                <a:latin typeface="Nunito"/>
              </a:rPr>
              <a:t>, </a:t>
            </a:r>
            <a:r>
              <a:rPr sz="2000" b="0" dirty="0" err="1">
                <a:solidFill>
                  <a:srgbClr val="64748B"/>
                </a:solidFill>
                <a:latin typeface="Nunito"/>
              </a:rPr>
              <a:t>complexidade</a:t>
            </a:r>
            <a:r>
              <a:rPr sz="2000" b="0" dirty="0">
                <a:solidFill>
                  <a:srgbClr val="64748B"/>
                </a:solidFill>
                <a:latin typeface="Nunito"/>
              </a:rPr>
              <a:t> </a:t>
            </a:r>
            <a:r>
              <a:rPr sz="2000" b="0" dirty="0" err="1">
                <a:solidFill>
                  <a:srgbClr val="64748B"/>
                </a:solidFill>
                <a:latin typeface="Nunito"/>
              </a:rPr>
              <a:t>onde</a:t>
            </a:r>
            <a:r>
              <a:rPr sz="2000" b="0" dirty="0">
                <a:solidFill>
                  <a:srgbClr val="64748B"/>
                </a:solidFill>
                <a:latin typeface="Nunito"/>
              </a:rPr>
              <a:t> </a:t>
            </a:r>
            <a:r>
              <a:rPr sz="2000" b="0" dirty="0" err="1">
                <a:solidFill>
                  <a:srgbClr val="64748B"/>
                </a:solidFill>
                <a:latin typeface="Nunito"/>
              </a:rPr>
              <a:t>importa</a:t>
            </a:r>
            <a:r>
              <a:rPr sz="2000" b="0" dirty="0">
                <a:solidFill>
                  <a:srgbClr val="64748B"/>
                </a:solidFill>
                <a:latin typeface="Nunito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767CD-F9A3-F7FF-6D5B-8F4F1A35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act Native Icons - Logo PNG and More for Apps">
            <a:extLst>
              <a:ext uri="{FF2B5EF4-FFF2-40B4-BE49-F238E27FC236}">
                <a16:creationId xmlns:a16="http://schemas.microsoft.com/office/drawing/2014/main" id="{139AB6F4-ACEE-046C-AED0-63AE468FB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" y="2216519"/>
            <a:ext cx="2062480" cy="206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astAPI · GitHub">
            <a:extLst>
              <a:ext uri="{FF2B5EF4-FFF2-40B4-BE49-F238E27FC236}">
                <a16:creationId xmlns:a16="http://schemas.microsoft.com/office/drawing/2014/main" id="{7A012072-C358-06BA-8F6D-42AE531B0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110" y="2407019"/>
            <a:ext cx="1677301" cy="167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penAI (@openai) • Facebook">
            <a:extLst>
              <a:ext uri="{FF2B5EF4-FFF2-40B4-BE49-F238E27FC236}">
                <a16:creationId xmlns:a16="http://schemas.microsoft.com/office/drawing/2014/main" id="{0555C8A2-D6F7-789A-0FF1-055F354AA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708" y="2276818"/>
            <a:ext cx="214312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upabase Icon &amp; Logo | Dashboard Icons &amp; Logos">
            <a:extLst>
              <a:ext uri="{FF2B5EF4-FFF2-40B4-BE49-F238E27FC236}">
                <a16:creationId xmlns:a16="http://schemas.microsoft.com/office/drawing/2014/main" id="{0C0E8CE1-CE5F-3204-9CDA-53FCC7955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357" y="2382838"/>
            <a:ext cx="1921561" cy="1921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5EA7017B-0305-D923-BB53-EAAA9ED3B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652" y="228210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366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F40B7-018A-B7CD-BDD5-318594CC7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ACD8F9-374E-716F-B76E-9B3DC1DEBC8F}"/>
              </a:ext>
            </a:extLst>
          </p:cNvPr>
          <p:cNvSpPr txBox="1"/>
          <p:nvPr/>
        </p:nvSpPr>
        <p:spPr>
          <a:xfrm>
            <a:off x="868832" y="2918091"/>
            <a:ext cx="10454335" cy="1021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GB" sz="6400" b="1" dirty="0">
                <a:solidFill>
                  <a:srgbClr val="0F172A"/>
                </a:solidFill>
                <a:latin typeface="Nunito"/>
              </a:rPr>
              <a:t>Next steps</a:t>
            </a:r>
            <a:endParaRPr sz="6400" b="1" dirty="0">
              <a:solidFill>
                <a:srgbClr val="0F172A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362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5-24 at 15.37.06">
            <a:hlinkClick r:id="" action="ppaction://media"/>
            <a:extLst>
              <a:ext uri="{FF2B5EF4-FFF2-40B4-BE49-F238E27FC236}">
                <a16:creationId xmlns:a16="http://schemas.microsoft.com/office/drawing/2014/main" id="{67D4D7FE-D0E3-D110-0535-58F99CEDDA1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02163" y="190500"/>
            <a:ext cx="298767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1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52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</TotalTime>
  <Words>77</Words>
  <Application>Microsoft Office PowerPoint</Application>
  <PresentationFormat>Widescreen</PresentationFormat>
  <Paragraphs>15</Paragraphs>
  <Slides>18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 Teixeira Da Silva</cp:lastModifiedBy>
  <cp:revision>2</cp:revision>
  <dcterms:created xsi:type="dcterms:W3CDTF">2013-01-27T09:14:16Z</dcterms:created>
  <dcterms:modified xsi:type="dcterms:W3CDTF">2026-05-25T08:40:25Z</dcterms:modified>
  <cp:category/>
</cp:coreProperties>
</file>